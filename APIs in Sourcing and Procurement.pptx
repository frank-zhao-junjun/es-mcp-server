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30" autoAdjust="0"/>
    <p:restoredTop sz="95090" autoAdjust="0"/>
  </p:normalViewPr>
  <p:slideViewPr>
    <p:cSldViewPr snapToGrid="0">
      <p:cViewPr>
        <p:scale>
          <a:sx n="75" d="100"/>
          <a:sy n="75" d="100"/>
        </p:scale>
        <p:origin x="125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DCF26-36E3-55DD-04A5-49FCE5948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A5F9D6-D79B-0AEE-2B72-B19196045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BFB84-0567-72C9-61E7-66ED90399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D1E4E6-4FF9-3ACA-5EC2-3B6AE29D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2295FA-5107-1789-8DEE-184F34A9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BC95F-11B7-76F2-7C83-ACD7C36E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B54F71-82F7-F040-BD16-0CD17B490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D4C606-1256-0D5B-08E7-D845AD4A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D84BD5-5F01-0B0F-A97F-01675448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3712DB-1AB5-AC12-6780-E8972A5B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09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F8A23-97DC-2082-82F2-9A5B97DD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F25AE0-C7E8-3F67-BDE7-8F728757E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F7466C-756C-AFFD-88F1-A1E1A8BF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EC761-688D-F3C5-3D06-3B94C6F4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E209D-685E-1F4C-37D9-118640F1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795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752AB-5A83-7F9D-CE66-B492ADE2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0B662D-8241-0D2F-1E2F-C71BBFDE7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2DD0C8-EB34-9AB0-093A-1DC5BF227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D6261A-313B-E9F5-172C-68B9A346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2E66B-8FC9-55C7-3C8F-F49791A5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B9DE47-3148-C513-DF96-54977F25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11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77F59-EBB4-8FE1-12C4-18DE11C6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085F24-CA23-6F14-D483-D46A1E44F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726424-A326-3381-ADAB-4191F4350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435984-14DC-7B3D-BF94-066F5CCD9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FA80CA-DE0A-BF3B-A15A-E3053F922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5368DE-DFED-2BEA-A2F8-D8740A14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DBC6BE-89C4-65AC-D7A0-9407C44D3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C3D18B-C64F-6F72-171D-1B1E05F5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326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305CF-5511-76FC-EE35-29B75485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6E1BF6-8863-BA26-9E37-8DEBFCB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6B7D24-A5E3-63AC-6618-D4E17997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467C91-075B-3F62-35A0-8CF336BD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20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6BF029-1BBF-0B66-D1D4-1DEAF5C4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CCD5ED-7012-073A-6FD1-CECF4595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50B4B-8008-8DB0-5788-D76AA1DA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96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11BD0-8102-FF60-A66B-830C4761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4376D1-A8F1-6530-B35F-783FAF97E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8B3590-6803-F90A-B38A-075B6D9A4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FBBBE1-7940-AF9A-3265-92B69166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D3D8EA-D2EF-A3E3-0662-5BCEDDE2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4A69C6-D4B3-AF18-A0FF-72F9864C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20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DBE8E-819D-4567-84E8-F352081C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E91E3F-9F0A-8B62-9EAC-5F3BC0957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1993E4-EF78-BCEE-1ED1-5EBC86CAC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D11166-7259-E3F7-7662-755A5682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1E1709-1CA6-6F05-0638-494ADAF9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1C20E7-6C6E-7454-598C-162EFDDF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734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C27B7-E7EA-8C93-F1C4-8AE80128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D4A5FB-7B00-97DD-69AD-C1FC326E7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6827C3-CCB8-981D-CDC8-6C72B7B0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C8C897-9FE6-64D9-C887-A9FD01DF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D27FC-4812-82CE-D2C4-C5D5A0E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93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1EAAEC-03CC-631E-0DB8-468A4B786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D2D08B-26F3-7222-84D8-CE28B946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89B567-B991-4EEB-E397-7761D6A9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1787A5-12BE-E12A-50EF-88990B72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A793D9-F945-3896-D64C-34735C16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97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D8512D-B003-B4BE-53D4-7C35D7176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BDEC82-9888-0158-CF23-ED32C3A64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445C8E-AAE2-E0EF-C8B5-47F582DDF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E405A-08DD-456D-A60B-D8626A15FE91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E6567-C82D-905B-274C-19013F3D0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0B9ED-1C8E-24AB-C4E3-24FC97D22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1BD5F-8362-45B4-BAFB-048C21833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09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4DCB2-1B9A-6319-8FFD-5473B2A97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1360"/>
            <a:ext cx="9144000" cy="2387600"/>
          </a:xfrm>
        </p:spPr>
        <p:txBody>
          <a:bodyPr>
            <a:noAutofit/>
          </a:bodyPr>
          <a:lstStyle/>
          <a:p>
            <a:r>
              <a:rPr lang="zh-CN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APIs in Sourcing and Procurement</a:t>
            </a:r>
            <a:br>
              <a:rPr lang="zh-CN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zh-CN" altLang="zh-C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for SAP Public Cloud 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563BC6-F374-5404-F6F4-964657F4C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5200"/>
            <a:ext cx="9144000" cy="518318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Frank Zhao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463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822491-85A4-C6DA-00D5-F59E8801C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318" y="672300"/>
            <a:ext cx="10120493" cy="618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8EC398-EF56-DB11-35FF-5A55DF4228FF}"/>
              </a:ext>
            </a:extLst>
          </p:cNvPr>
          <p:cNvSpPr txBox="1"/>
          <p:nvPr/>
        </p:nvSpPr>
        <p:spPr>
          <a:xfrm>
            <a:off x="100494" y="87338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Supplier Invoice Structure with the Main </a:t>
            </a:r>
            <a:r>
              <a:rPr lang="en-US" altLang="zh-CN" sz="2000" b="1" dirty="0" err="1"/>
              <a:t>Entites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81985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APIs in Sourcing and Procurement  for SAP Public Cloud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Zhao</dc:creator>
  <cp:lastModifiedBy>Frank Zhao</cp:lastModifiedBy>
  <cp:revision>1</cp:revision>
  <dcterms:created xsi:type="dcterms:W3CDTF">2026-06-11T07:45:54Z</dcterms:created>
  <dcterms:modified xsi:type="dcterms:W3CDTF">2026-06-11T07:48:56Z</dcterms:modified>
</cp:coreProperties>
</file>